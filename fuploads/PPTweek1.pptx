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05" r:id="rId1"/>
  </p:sldMasterIdLst>
  <p:sldIdLst>
    <p:sldId id="259" r:id="rId2"/>
    <p:sldId id="258" r:id="rId3"/>
    <p:sldId id="260" r:id="rId4"/>
    <p:sldId id="261" r:id="rId5"/>
    <p:sldId id="269" r:id="rId6"/>
    <p:sldId id="262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62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C13AB6D-DEA2-4CBB-AC69-1EF1A6AD1512}">
      <dgm:prSet custT="1"/>
      <dgm:spPr/>
      <dgm:t>
        <a:bodyPr/>
        <a:lstStyle/>
        <a:p>
          <a:pPr algn="ctr">
            <a:defRPr cap="all"/>
          </a:pPr>
          <a:r>
            <a:rPr lang="ko-KR" altLang="en-US" sz="3600" dirty="0"/>
            <a:t>작품요약</a:t>
          </a:r>
          <a:endParaRPr lang="en-US" sz="3600" dirty="0"/>
        </a:p>
      </dgm:t>
    </dgm:pt>
    <dgm:pt modelId="{2C752582-D9FF-4E04-A92F-827DB4BB5C48}" type="parTrans" cxnId="{4B888393-351D-4489-90C9-5A68061AB236}">
      <dgm:prSet/>
      <dgm:spPr/>
      <dgm:t>
        <a:bodyPr/>
        <a:lstStyle/>
        <a:p>
          <a:endParaRPr lang="en-US"/>
        </a:p>
      </dgm:t>
    </dgm:pt>
    <dgm:pt modelId="{9C64CC83-643C-4E12-8F97-BC19DC031190}" type="sibTrans" cxnId="{4B888393-351D-4489-90C9-5A68061AB236}">
      <dgm:prSet phldrT="01" phldr="0"/>
      <dgm:spPr/>
      <dgm:t>
        <a:bodyPr/>
        <a:lstStyle/>
        <a:p>
          <a:r>
            <a:rPr lang="en-US"/>
            <a:t>01</a:t>
          </a:r>
          <a:endParaRPr lang="en-US" dirty="0"/>
        </a:p>
      </dgm:t>
    </dgm:pt>
    <dgm:pt modelId="{53742231-981F-480A-940F-203EC2F7423F}">
      <dgm:prSet custT="1"/>
      <dgm:spPr/>
      <dgm:t>
        <a:bodyPr/>
        <a:lstStyle/>
        <a:p>
          <a:pPr algn="ctr">
            <a:defRPr cap="all"/>
          </a:pPr>
          <a:r>
            <a:rPr lang="ko-KR" altLang="en-US" sz="2400" b="0" i="0" dirty="0"/>
            <a:t>지난 학기말과 현재 상황 비교표</a:t>
          </a:r>
          <a:r>
            <a:rPr lang="en-US" altLang="ko-KR" sz="2400" b="0" i="0" dirty="0"/>
            <a:t>(</a:t>
          </a:r>
          <a:r>
            <a:rPr lang="ko-KR" altLang="en-US" sz="2400" b="0" i="0" dirty="0"/>
            <a:t>기능별로</a:t>
          </a:r>
          <a:r>
            <a:rPr lang="en-US" altLang="ko-KR" sz="2400" b="0" i="0" dirty="0"/>
            <a:t>)</a:t>
          </a:r>
          <a:endParaRPr lang="en-US" sz="2400" dirty="0"/>
        </a:p>
      </dgm:t>
    </dgm:pt>
    <dgm:pt modelId="{2FC75195-FBA1-43DE-85DD-40B4B3A2F1F3}" type="parTrans" cxnId="{F226B1C2-5D99-403A-8240-EAD6BD4D8534}">
      <dgm:prSet/>
      <dgm:spPr/>
      <dgm:t>
        <a:bodyPr/>
        <a:lstStyle/>
        <a:p>
          <a:endParaRPr lang="en-US"/>
        </a:p>
      </dgm:t>
    </dgm:pt>
    <dgm:pt modelId="{EF449C32-A7AE-4099-9E9B-9E2F736A89CE}" type="sibTrans" cxnId="{F226B1C2-5D99-403A-8240-EAD6BD4D8534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9EF41CC5-EF3B-4A6D-8229-3F1333EADFB3}">
      <dgm:prSet custT="1"/>
      <dgm:spPr/>
      <dgm:t>
        <a:bodyPr/>
        <a:lstStyle/>
        <a:p>
          <a:pPr algn="ctr">
            <a:defRPr cap="all"/>
          </a:pPr>
          <a:r>
            <a:rPr lang="ko-KR" altLang="en-US" sz="3600" dirty="0"/>
            <a:t>추후 개발할 사항</a:t>
          </a:r>
          <a:endParaRPr lang="en-US" sz="3600" dirty="0"/>
        </a:p>
      </dgm:t>
    </dgm:pt>
    <dgm:pt modelId="{DAEF1C7D-B0C5-46FA-BED3-8A54E918D3E0}" type="parTrans" cxnId="{E476EEBC-7C9F-4E07-BD58-1044B9769B64}">
      <dgm:prSet/>
      <dgm:spPr/>
      <dgm:t>
        <a:bodyPr/>
        <a:lstStyle/>
        <a:p>
          <a:endParaRPr lang="en-US"/>
        </a:p>
      </dgm:t>
    </dgm:pt>
    <dgm:pt modelId="{98E6DD7C-B953-4119-9F64-9914E467ECBF}" type="sibTrans" cxnId="{E476EEBC-7C9F-4E07-BD58-1044B9769B64}">
      <dgm:prSet phldrT="03" phldr="0"/>
      <dgm:spPr/>
      <dgm:t>
        <a:bodyPr/>
        <a:lstStyle/>
        <a:p>
          <a:r>
            <a:rPr lang="en-US"/>
            <a:t>03</a:t>
          </a:r>
          <a:endParaRPr lang="en-US" dirty="0"/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DD5B223-886E-4FC7-BDA1-ECA869A474EC}" type="pres">
      <dgm:prSet presAssocID="{DC13AB6D-DEA2-4CBB-AC69-1EF1A6AD1512}" presName="compositeNode" presStyleCnt="0">
        <dgm:presLayoutVars>
          <dgm:bulletEnabled val="1"/>
        </dgm:presLayoutVars>
      </dgm:prSet>
      <dgm:spPr/>
    </dgm:pt>
    <dgm:pt modelId="{DA3A6BD4-857F-4C66-97FA-B1E1C180A950}" type="pres">
      <dgm:prSet presAssocID="{DC13AB6D-DEA2-4CBB-AC69-1EF1A6AD1512}" presName="bgRect" presStyleLbl="alignNode1" presStyleIdx="0" presStyleCnt="3" custLinFactNeighborX="-43"/>
      <dgm:spPr/>
    </dgm:pt>
    <dgm:pt modelId="{BBA91679-4684-4A04-8AEB-03038C78A75C}" type="pres">
      <dgm:prSet presAssocID="{9C64CC83-643C-4E12-8F97-BC19DC031190}" presName="sibTransNodeRect" presStyleLbl="alignNode1" presStyleIdx="0" presStyleCnt="3" custLinFactNeighborX="-18">
        <dgm:presLayoutVars>
          <dgm:chMax val="0"/>
          <dgm:bulletEnabled val="1"/>
        </dgm:presLayoutVars>
      </dgm:prSet>
      <dgm:spPr/>
    </dgm:pt>
    <dgm:pt modelId="{5F398AEE-BC0F-4F30-99FA-92D67A176C2D}" type="pres">
      <dgm:prSet presAssocID="{DC13AB6D-DEA2-4CBB-AC69-1EF1A6AD1512}" presName="nodeRect" presStyleLbl="alignNode1" presStyleIdx="0" presStyleCnt="3">
        <dgm:presLayoutVars>
          <dgm:bulletEnabled val="1"/>
        </dgm:presLayoutVars>
      </dgm:prSet>
      <dgm:spPr/>
    </dgm:pt>
    <dgm:pt modelId="{3C27A223-AC17-40BD-B7C5-0447661C2934}" type="pres">
      <dgm:prSet presAssocID="{9C64CC83-643C-4E12-8F97-BC19DC031190}" presName="sibTrans" presStyleCnt="0"/>
      <dgm:spPr/>
    </dgm:pt>
    <dgm:pt modelId="{0864151C-845B-4A50-9755-7EE613694D81}" type="pres">
      <dgm:prSet presAssocID="{53742231-981F-480A-940F-203EC2F7423F}" presName="compositeNode" presStyleCnt="0">
        <dgm:presLayoutVars>
          <dgm:bulletEnabled val="1"/>
        </dgm:presLayoutVars>
      </dgm:prSet>
      <dgm:spPr/>
    </dgm:pt>
    <dgm:pt modelId="{00AE7F27-0E5D-4AFB-ACD6-B5A19E79EA42}" type="pres">
      <dgm:prSet presAssocID="{53742231-981F-480A-940F-203EC2F7423F}" presName="bgRect" presStyleLbl="alignNode1" presStyleIdx="1" presStyleCnt="3"/>
      <dgm:spPr/>
    </dgm:pt>
    <dgm:pt modelId="{975C752B-C37A-4BA6-A3AE-2202A141404A}" type="pres">
      <dgm:prSet presAssocID="{EF449C32-A7AE-4099-9E9B-9E2F736A89CE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C5BDCA19-B754-421E-A6CC-628F80FC74CB}" type="pres">
      <dgm:prSet presAssocID="{53742231-981F-480A-940F-203EC2F7423F}" presName="nodeRect" presStyleLbl="alignNode1" presStyleIdx="1" presStyleCnt="3">
        <dgm:presLayoutVars>
          <dgm:bulletEnabled val="1"/>
        </dgm:presLayoutVars>
      </dgm:prSet>
      <dgm:spPr/>
    </dgm:pt>
    <dgm:pt modelId="{3E36C1DA-E751-469B-91D5-B7ADF3790DAB}" type="pres">
      <dgm:prSet presAssocID="{EF449C32-A7AE-4099-9E9B-9E2F736A89CE}" presName="sibTrans" presStyleCnt="0"/>
      <dgm:spPr/>
    </dgm:pt>
    <dgm:pt modelId="{19974A3A-09A4-40DE-BB0F-D9AED1ACB06E}" type="pres">
      <dgm:prSet presAssocID="{9EF41CC5-EF3B-4A6D-8229-3F1333EADFB3}" presName="compositeNode" presStyleCnt="0">
        <dgm:presLayoutVars>
          <dgm:bulletEnabled val="1"/>
        </dgm:presLayoutVars>
      </dgm:prSet>
      <dgm:spPr/>
    </dgm:pt>
    <dgm:pt modelId="{CAD62F17-E99D-4FEF-B376-961CA4CB20EB}" type="pres">
      <dgm:prSet presAssocID="{9EF41CC5-EF3B-4A6D-8229-3F1333EADFB3}" presName="bgRect" presStyleLbl="alignNode1" presStyleIdx="2" presStyleCnt="3"/>
      <dgm:spPr/>
    </dgm:pt>
    <dgm:pt modelId="{E20811D6-E5D4-4C9E-AABF-9E0E1902CA2C}" type="pres">
      <dgm:prSet presAssocID="{98E6DD7C-B953-4119-9F64-9914E467ECBF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67D48337-9200-42EF-A956-8FC92E9B78D2}" type="pres">
      <dgm:prSet presAssocID="{9EF41CC5-EF3B-4A6D-8229-3F1333EADFB3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43B61840-F115-4174-96B9-DA0C0E83489E}" type="presOf" srcId="{9EF41CC5-EF3B-4A6D-8229-3F1333EADFB3}" destId="{CAD62F17-E99D-4FEF-B376-961CA4CB20EB}" srcOrd="0" destOrd="0" presId="urn:microsoft.com/office/officeart/2016/7/layout/LinearBlockProcessNumbered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29280853-1A86-48A7-BA30-A3847B3BBF6D}" type="presOf" srcId="{98E6DD7C-B953-4119-9F64-9914E467ECBF}" destId="{E20811D6-E5D4-4C9E-AABF-9E0E1902CA2C}" srcOrd="0" destOrd="0" presId="urn:microsoft.com/office/officeart/2016/7/layout/LinearBlockProcessNumbered"/>
    <dgm:cxn modelId="{F6B1598F-1951-460F-BB68-54B32A798437}" type="presOf" srcId="{DC13AB6D-DEA2-4CBB-AC69-1EF1A6AD1512}" destId="{5F398AEE-BC0F-4F30-99FA-92D67A176C2D}" srcOrd="1" destOrd="0" presId="urn:microsoft.com/office/officeart/2016/7/layout/LinearBlockProcessNumbered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BA068B95-2DA2-453B-8162-90B6AB26C20F}" type="presOf" srcId="{DC13AB6D-DEA2-4CBB-AC69-1EF1A6AD1512}" destId="{DA3A6BD4-857F-4C66-97FA-B1E1C180A950}" srcOrd="0" destOrd="0" presId="urn:microsoft.com/office/officeart/2016/7/layout/LinearBlockProcessNumbered"/>
    <dgm:cxn modelId="{07D44DA2-D4CF-4582-A029-20843D5E0F23}" type="presOf" srcId="{53742231-981F-480A-940F-203EC2F7423F}" destId="{C5BDCA19-B754-421E-A6CC-628F80FC74CB}" srcOrd="1" destOrd="0" presId="urn:microsoft.com/office/officeart/2016/7/layout/LinearBlockProcessNumbered"/>
    <dgm:cxn modelId="{E476EEBC-7C9F-4E07-BD58-1044B9769B64}" srcId="{8AA20905-3954-474B-A606-562BCA026DC1}" destId="{9EF41CC5-EF3B-4A6D-8229-3F1333EADFB3}" srcOrd="2" destOrd="0" parTransId="{DAEF1C7D-B0C5-46FA-BED3-8A54E918D3E0}" sibTransId="{98E6DD7C-B953-4119-9F64-9914E467ECBF}"/>
    <dgm:cxn modelId="{FDD130C2-CD74-4EFB-A226-A939177EE674}" type="presOf" srcId="{53742231-981F-480A-940F-203EC2F7423F}" destId="{00AE7F27-0E5D-4AFB-ACD6-B5A19E79EA42}" srcOrd="0" destOrd="0" presId="urn:microsoft.com/office/officeart/2016/7/layout/LinearBlockProcessNumbered"/>
    <dgm:cxn modelId="{F226B1C2-5D99-403A-8240-EAD6BD4D8534}" srcId="{8AA20905-3954-474B-A606-562BCA026DC1}" destId="{53742231-981F-480A-940F-203EC2F7423F}" srcOrd="1" destOrd="0" parTransId="{2FC75195-FBA1-43DE-85DD-40B4B3A2F1F3}" sibTransId="{EF449C32-A7AE-4099-9E9B-9E2F736A89CE}"/>
    <dgm:cxn modelId="{714928C7-F07E-48C4-BE9E-4842896AB09C}" type="presOf" srcId="{9C64CC83-643C-4E12-8F97-BC19DC031190}" destId="{BBA91679-4684-4A04-8AEB-03038C78A75C}" srcOrd="0" destOrd="0" presId="urn:microsoft.com/office/officeart/2016/7/layout/LinearBlockProcessNumbered"/>
    <dgm:cxn modelId="{7D7B6CF4-1A1D-4E61-B5FE-C95185EF2648}" type="presOf" srcId="{9EF41CC5-EF3B-4A6D-8229-3F1333EADFB3}" destId="{67D48337-9200-42EF-A956-8FC92E9B78D2}" srcOrd="1" destOrd="0" presId="urn:microsoft.com/office/officeart/2016/7/layout/LinearBlockProcessNumbered"/>
    <dgm:cxn modelId="{B9FDDAF6-ABE3-43D5-A54F-4A0002D3FD47}" type="presOf" srcId="{EF449C32-A7AE-4099-9E9B-9E2F736A89CE}" destId="{975C752B-C37A-4BA6-A3AE-2202A141404A}" srcOrd="0" destOrd="0" presId="urn:microsoft.com/office/officeart/2016/7/layout/LinearBlockProcessNumbered"/>
    <dgm:cxn modelId="{6A5BED3A-71F8-4A71-9E51-1F50D58497B5}" type="presParOf" srcId="{579698BD-D232-4926-8D7B-29A69B90858B}" destId="{3DD5B223-886E-4FC7-BDA1-ECA869A474EC}" srcOrd="0" destOrd="0" presId="urn:microsoft.com/office/officeart/2016/7/layout/LinearBlockProcessNumbered"/>
    <dgm:cxn modelId="{50ED9B3F-B939-4662-8866-7D833C2E0794}" type="presParOf" srcId="{3DD5B223-886E-4FC7-BDA1-ECA869A474EC}" destId="{DA3A6BD4-857F-4C66-97FA-B1E1C180A950}" srcOrd="0" destOrd="0" presId="urn:microsoft.com/office/officeart/2016/7/layout/LinearBlockProcessNumbered"/>
    <dgm:cxn modelId="{0D013F25-1B82-4F7B-AEF4-E93C2E95B0C3}" type="presParOf" srcId="{3DD5B223-886E-4FC7-BDA1-ECA869A474EC}" destId="{BBA91679-4684-4A04-8AEB-03038C78A75C}" srcOrd="1" destOrd="0" presId="urn:microsoft.com/office/officeart/2016/7/layout/LinearBlockProcessNumbered"/>
    <dgm:cxn modelId="{1E713196-E09A-42B0-BC2D-5294D0D9C36F}" type="presParOf" srcId="{3DD5B223-886E-4FC7-BDA1-ECA869A474EC}" destId="{5F398AEE-BC0F-4F30-99FA-92D67A176C2D}" srcOrd="2" destOrd="0" presId="urn:microsoft.com/office/officeart/2016/7/layout/LinearBlockProcessNumbered"/>
    <dgm:cxn modelId="{F8935481-B234-48A2-8E9B-6F423817537E}" type="presParOf" srcId="{579698BD-D232-4926-8D7B-29A69B90858B}" destId="{3C27A223-AC17-40BD-B7C5-0447661C2934}" srcOrd="1" destOrd="0" presId="urn:microsoft.com/office/officeart/2016/7/layout/LinearBlockProcessNumbered"/>
    <dgm:cxn modelId="{2A71550B-14EE-4B95-A40C-E132F64E84DB}" type="presParOf" srcId="{579698BD-D232-4926-8D7B-29A69B90858B}" destId="{0864151C-845B-4A50-9755-7EE613694D81}" srcOrd="2" destOrd="0" presId="urn:microsoft.com/office/officeart/2016/7/layout/LinearBlockProcessNumbered"/>
    <dgm:cxn modelId="{819F34FD-11F2-459D-B90D-FA1539737ADA}" type="presParOf" srcId="{0864151C-845B-4A50-9755-7EE613694D81}" destId="{00AE7F27-0E5D-4AFB-ACD6-B5A19E79EA42}" srcOrd="0" destOrd="0" presId="urn:microsoft.com/office/officeart/2016/7/layout/LinearBlockProcessNumbered"/>
    <dgm:cxn modelId="{FAA4A22E-63A9-40D7-AF37-15573F3C350A}" type="presParOf" srcId="{0864151C-845B-4A50-9755-7EE613694D81}" destId="{975C752B-C37A-4BA6-A3AE-2202A141404A}" srcOrd="1" destOrd="0" presId="urn:microsoft.com/office/officeart/2016/7/layout/LinearBlockProcessNumbered"/>
    <dgm:cxn modelId="{ABA4B620-C848-4944-B91E-2E492EED893C}" type="presParOf" srcId="{0864151C-845B-4A50-9755-7EE613694D81}" destId="{C5BDCA19-B754-421E-A6CC-628F80FC74CB}" srcOrd="2" destOrd="0" presId="urn:microsoft.com/office/officeart/2016/7/layout/LinearBlockProcessNumbered"/>
    <dgm:cxn modelId="{981D06A1-F8EB-4C14-9C2A-EA505D9C81FA}" type="presParOf" srcId="{579698BD-D232-4926-8D7B-29A69B90858B}" destId="{3E36C1DA-E751-469B-91D5-B7ADF3790DAB}" srcOrd="3" destOrd="0" presId="urn:microsoft.com/office/officeart/2016/7/layout/LinearBlockProcessNumbered"/>
    <dgm:cxn modelId="{D7BB022A-2504-497B-9672-D97F4CB95B15}" type="presParOf" srcId="{579698BD-D232-4926-8D7B-29A69B90858B}" destId="{19974A3A-09A4-40DE-BB0F-D9AED1ACB06E}" srcOrd="4" destOrd="0" presId="urn:microsoft.com/office/officeart/2016/7/layout/LinearBlockProcessNumbered"/>
    <dgm:cxn modelId="{A085F843-0169-43CB-B042-74EAB6E1674B}" type="presParOf" srcId="{19974A3A-09A4-40DE-BB0F-D9AED1ACB06E}" destId="{CAD62F17-E99D-4FEF-B376-961CA4CB20EB}" srcOrd="0" destOrd="0" presId="urn:microsoft.com/office/officeart/2016/7/layout/LinearBlockProcessNumbered"/>
    <dgm:cxn modelId="{A179DBCD-25F3-44B6-BAA7-26EBC7B29448}" type="presParOf" srcId="{19974A3A-09A4-40DE-BB0F-D9AED1ACB06E}" destId="{E20811D6-E5D4-4C9E-AABF-9E0E1902CA2C}" srcOrd="1" destOrd="0" presId="urn:microsoft.com/office/officeart/2016/7/layout/LinearBlockProcessNumbered"/>
    <dgm:cxn modelId="{7429BDE6-E17F-4E08-960D-D62B256C81F6}" type="presParOf" srcId="{19974A3A-09A4-40DE-BB0F-D9AED1ACB06E}" destId="{67D48337-9200-42EF-A956-8FC92E9B78D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A6BD4-857F-4C66-97FA-B1E1C180A950}">
      <dsp:nvSpPr>
        <dsp:cNvPr id="0" name=""/>
        <dsp:cNvSpPr/>
      </dsp:nvSpPr>
      <dsp:spPr>
        <a:xfrm>
          <a:off x="0" y="0"/>
          <a:ext cx="3275967" cy="37147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ko-KR" altLang="en-US" sz="3600" kern="1200" dirty="0"/>
            <a:t>작품요약</a:t>
          </a:r>
          <a:endParaRPr lang="en-US" sz="3600" kern="1200" dirty="0"/>
        </a:p>
      </dsp:txBody>
      <dsp:txXfrm>
        <a:off x="0" y="1485900"/>
        <a:ext cx="3275967" cy="2228850"/>
      </dsp:txXfrm>
    </dsp:sp>
    <dsp:sp modelId="{BBA91679-4684-4A04-8AEB-03038C78A75C}">
      <dsp:nvSpPr>
        <dsp:cNvPr id="0" name=""/>
        <dsp:cNvSpPr/>
      </dsp:nvSpPr>
      <dsp:spPr>
        <a:xfrm>
          <a:off x="219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  <a:endParaRPr lang="en-US" sz="6600" kern="1200" dirty="0"/>
        </a:p>
      </dsp:txBody>
      <dsp:txXfrm>
        <a:off x="219" y="0"/>
        <a:ext cx="3275967" cy="1485900"/>
      </dsp:txXfrm>
    </dsp:sp>
    <dsp:sp modelId="{00AE7F27-0E5D-4AFB-ACD6-B5A19E79EA42}">
      <dsp:nvSpPr>
        <dsp:cNvPr id="0" name=""/>
        <dsp:cNvSpPr/>
      </dsp:nvSpPr>
      <dsp:spPr>
        <a:xfrm>
          <a:off x="3538853" y="0"/>
          <a:ext cx="3275967" cy="37147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ko-KR" altLang="en-US" sz="2400" b="0" i="0" kern="1200" dirty="0"/>
            <a:t>지난 학기말과 현재 상황 비교표</a:t>
          </a:r>
          <a:r>
            <a:rPr lang="en-US" altLang="ko-KR" sz="2400" b="0" i="0" kern="1200" dirty="0"/>
            <a:t>(</a:t>
          </a:r>
          <a:r>
            <a:rPr lang="ko-KR" altLang="en-US" sz="2400" b="0" i="0" kern="1200" dirty="0"/>
            <a:t>기능별로</a:t>
          </a:r>
          <a:r>
            <a:rPr lang="en-US" altLang="ko-KR" sz="2400" b="0" i="0" kern="1200" dirty="0"/>
            <a:t>)</a:t>
          </a:r>
          <a:endParaRPr lang="en-US" sz="2400" kern="1200" dirty="0"/>
        </a:p>
      </dsp:txBody>
      <dsp:txXfrm>
        <a:off x="3538853" y="1485900"/>
        <a:ext cx="3275967" cy="2228850"/>
      </dsp:txXfrm>
    </dsp:sp>
    <dsp:sp modelId="{975C752B-C37A-4BA6-A3AE-2202A141404A}">
      <dsp:nvSpPr>
        <dsp:cNvPr id="0" name=""/>
        <dsp:cNvSpPr/>
      </dsp:nvSpPr>
      <dsp:spPr>
        <a:xfrm>
          <a:off x="3538853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538853" y="0"/>
        <a:ext cx="3275967" cy="1485900"/>
      </dsp:txXfrm>
    </dsp:sp>
    <dsp:sp modelId="{CAD62F17-E99D-4FEF-B376-961CA4CB20EB}">
      <dsp:nvSpPr>
        <dsp:cNvPr id="0" name=""/>
        <dsp:cNvSpPr/>
      </dsp:nvSpPr>
      <dsp:spPr>
        <a:xfrm>
          <a:off x="7076898" y="0"/>
          <a:ext cx="3275967" cy="37147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ko-KR" altLang="en-US" sz="3600" kern="1200" dirty="0"/>
            <a:t>추후 개발할 사항</a:t>
          </a:r>
          <a:endParaRPr lang="en-US" sz="3600" kern="1200" dirty="0"/>
        </a:p>
      </dsp:txBody>
      <dsp:txXfrm>
        <a:off x="7076898" y="1485900"/>
        <a:ext cx="3275967" cy="2228850"/>
      </dsp:txXfrm>
    </dsp:sp>
    <dsp:sp modelId="{E20811D6-E5D4-4C9E-AABF-9E0E1902CA2C}">
      <dsp:nvSpPr>
        <dsp:cNvPr id="0" name=""/>
        <dsp:cNvSpPr/>
      </dsp:nvSpPr>
      <dsp:spPr>
        <a:xfrm>
          <a:off x="707689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  <a:endParaRPr lang="en-US" sz="6600" kern="1200" dirty="0"/>
        </a:p>
      </dsp:txBody>
      <dsp:txXfrm>
        <a:off x="7076898" y="0"/>
        <a:ext cx="3275967" cy="1485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9/7/2020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9/7/2020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9/7/2020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9/7/2020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9/7/2020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9/7/2020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9/7/2020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9/7/2020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9/7/2020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9/7/2020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9/7/2020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9/7/2020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9/7/2020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9/7/2020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9/7/2020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9/7/2020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9/7/2020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9/7/2020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3651696"/>
          </a:xfrm>
        </p:spPr>
        <p:txBody>
          <a:bodyPr>
            <a:normAutofit fontScale="90000"/>
          </a:bodyPr>
          <a:lstStyle/>
          <a:p>
            <a:br>
              <a:rPr lang="en-US" sz="7200" dirty="0"/>
            </a:br>
            <a:br>
              <a:rPr lang="en-US" sz="7200" dirty="0"/>
            </a:br>
            <a:r>
              <a:rPr lang="en-US" sz="7200" dirty="0"/>
              <a:t>LFC</a:t>
            </a:r>
            <a:br>
              <a:rPr lang="en-US" sz="7200" dirty="0"/>
            </a:br>
            <a:r>
              <a:rPr lang="en-US" sz="7200" dirty="0"/>
              <a:t>(Lost and Found Centre)</a:t>
            </a:r>
            <a:br>
              <a:rPr lang="en-US" sz="7200" dirty="0"/>
            </a:b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 lnSpcReduction="10000"/>
          </a:bodyPr>
          <a:lstStyle/>
          <a:p>
            <a:r>
              <a:rPr lang="en-US" altLang="ko-KR" sz="4000" b="1" dirty="0"/>
              <a:t>4</a:t>
            </a:r>
            <a:r>
              <a:rPr lang="ko-KR" altLang="en-US" sz="4000" b="1" dirty="0"/>
              <a:t>조</a:t>
            </a:r>
            <a:r>
              <a:rPr lang="en-US" altLang="ko-KR" sz="4000" b="1" dirty="0"/>
              <a:t>: </a:t>
            </a:r>
            <a:r>
              <a:rPr lang="ko-KR" altLang="en-US" sz="4000" b="1" dirty="0"/>
              <a:t>감사</a:t>
            </a:r>
            <a:endParaRPr lang="en-US" altLang="ko-KR" sz="4000" b="1" dirty="0"/>
          </a:p>
          <a:p>
            <a:r>
              <a:rPr lang="ko-KR" altLang="en-US" sz="2800" b="1" dirty="0"/>
              <a:t>한상휘</a:t>
            </a:r>
            <a:r>
              <a:rPr lang="en-US" altLang="ko-KR" sz="2800" b="1" dirty="0"/>
              <a:t>, </a:t>
            </a:r>
            <a:r>
              <a:rPr lang="ko-KR" altLang="en-US" sz="2800" b="1" dirty="0"/>
              <a:t>장동익</a:t>
            </a:r>
            <a:r>
              <a:rPr lang="en-US" altLang="ko-KR" sz="2800" b="1" dirty="0"/>
              <a:t>, </a:t>
            </a:r>
            <a:r>
              <a:rPr lang="ko-KR" altLang="en-US" sz="2800" b="1" dirty="0"/>
              <a:t>아즈라이</a:t>
            </a:r>
            <a:r>
              <a:rPr lang="en-US" altLang="ko-KR" sz="2800" b="1" dirty="0"/>
              <a:t>, </a:t>
            </a:r>
            <a:r>
              <a:rPr lang="ko-KR" altLang="en-US" sz="2800" b="1" dirty="0"/>
              <a:t>아딥</a:t>
            </a:r>
            <a:endParaRPr lang="en-US" altLang="ko-KR" sz="2800" b="1" dirty="0"/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>
            <a:normAutofit/>
          </a:bodyPr>
          <a:lstStyle/>
          <a:p>
            <a:r>
              <a:rPr lang="ko-KR" altLang="en-US" b="1" dirty="0"/>
              <a:t>발표 내용</a:t>
            </a:r>
            <a:endParaRPr lang="en-US" b="1" dirty="0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5512926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9098F-BD9E-4D57-B8F7-ABD5A148C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작품 요약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EAFD6-18D5-47F2-83E7-5FC77DEB1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LFC</a:t>
            </a:r>
            <a:r>
              <a:rPr lang="ko-KR" altLang="en-US" dirty="0"/>
              <a:t>는 대학에서 분실품</a:t>
            </a:r>
            <a:r>
              <a:rPr lang="en-US" altLang="ko-KR" dirty="0"/>
              <a:t>/</a:t>
            </a:r>
            <a:r>
              <a:rPr lang="ko-KR" altLang="en-US" dirty="0"/>
              <a:t>습득품을 관리해주는 웹사이트</a:t>
            </a:r>
            <a:r>
              <a:rPr lang="en-US" altLang="ko-KR" dirty="0"/>
              <a:t>/</a:t>
            </a:r>
            <a:r>
              <a:rPr lang="ko-KR" altLang="en-US" dirty="0"/>
              <a:t>앱</a:t>
            </a:r>
            <a:endParaRPr lang="en-US" altLang="ko-KR" dirty="0"/>
          </a:p>
          <a:p>
            <a:r>
              <a:rPr lang="ko-KR" altLang="en-US" dirty="0"/>
              <a:t>학생들이 분실품이 있으면 이 웹에서 올리기</a:t>
            </a:r>
            <a:endParaRPr lang="en-US" altLang="ko-KR" dirty="0"/>
          </a:p>
          <a:p>
            <a:r>
              <a:rPr lang="ko-KR" altLang="en-US" dirty="0"/>
              <a:t>학생들이 습득품도 있으면 이 웹에서 올리기</a:t>
            </a:r>
            <a:endParaRPr lang="en-US" altLang="ko-KR" dirty="0"/>
          </a:p>
          <a:p>
            <a:r>
              <a:rPr lang="ko-KR" altLang="en-US" dirty="0"/>
              <a:t>학생들끼리 서로 도와주기 </a:t>
            </a:r>
            <a:r>
              <a:rPr lang="en-US" altLang="ko-KR" dirty="0"/>
              <a:t>– </a:t>
            </a:r>
            <a:r>
              <a:rPr lang="ko-KR" altLang="en-US" dirty="0"/>
              <a:t>댓글</a:t>
            </a:r>
            <a:r>
              <a:rPr lang="en-US" altLang="ko-KR" dirty="0"/>
              <a:t>, </a:t>
            </a:r>
            <a:r>
              <a:rPr lang="ko-KR" altLang="en-US" dirty="0"/>
              <a:t>대댓글</a:t>
            </a:r>
            <a:r>
              <a:rPr lang="en-US" altLang="ko-KR" dirty="0"/>
              <a:t>, </a:t>
            </a:r>
            <a:r>
              <a:rPr lang="ko-KR" altLang="en-US" dirty="0"/>
              <a:t>연락처 기능을 통해서</a:t>
            </a:r>
            <a:endParaRPr lang="en-US" altLang="ko-KR" dirty="0"/>
          </a:p>
          <a:p>
            <a:r>
              <a:rPr lang="ko-KR" altLang="en-US" dirty="0"/>
              <a:t>위치 기능과 사진이나 분실물</a:t>
            </a:r>
            <a:r>
              <a:rPr lang="en-US" altLang="ko-KR" dirty="0"/>
              <a:t>/</a:t>
            </a:r>
            <a:r>
              <a:rPr lang="ko-KR" altLang="en-US" dirty="0"/>
              <a:t>습득물에 대한 파일을 올릴 수 있게 만들기</a:t>
            </a:r>
            <a:endParaRPr lang="en-US" altLang="ko-KR" dirty="0"/>
          </a:p>
          <a:p>
            <a:r>
              <a:rPr lang="ko-KR" altLang="en-US" dirty="0"/>
              <a:t>게시판에서 올리는 글을 수정할 수 있게 만들기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64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EF221-0F66-40D7-9BFF-46F27158C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/>
              <a:t>지난 학기말과 현재 상황 비교표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기능별로</a:t>
            </a:r>
            <a:r>
              <a:rPr lang="en-US" altLang="ko-KR" sz="3200" b="1" dirty="0"/>
              <a:t>)</a:t>
            </a:r>
            <a:endParaRPr lang="en-US" sz="3200" b="1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7C05AC6-3D19-467F-887C-6919DE75B4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4078702"/>
              </p:ext>
            </p:extLst>
          </p:nvPr>
        </p:nvGraphicFramePr>
        <p:xfrm>
          <a:off x="914400" y="2076450"/>
          <a:ext cx="1035367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6837">
                  <a:extLst>
                    <a:ext uri="{9D8B030D-6E8A-4147-A177-3AD203B41FA5}">
                      <a16:colId xmlns:a16="http://schemas.microsoft.com/office/drawing/2014/main" val="4224416880"/>
                    </a:ext>
                  </a:extLst>
                </a:gridCol>
                <a:gridCol w="5176837">
                  <a:extLst>
                    <a:ext uri="{9D8B030D-6E8A-4147-A177-3AD203B41FA5}">
                      <a16:colId xmlns:a16="http://schemas.microsoft.com/office/drawing/2014/main" val="40796478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800" dirty="0"/>
                        <a:t>지난  학기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800" dirty="0"/>
                        <a:t>현재 상황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084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000" dirty="0"/>
                        <a:t>로그인</a:t>
                      </a:r>
                      <a:r>
                        <a:rPr lang="en-US" altLang="ko-KR" sz="2000" dirty="0"/>
                        <a:t>/</a:t>
                      </a:r>
                      <a:r>
                        <a:rPr lang="ko-KR" altLang="en-US" sz="2000" dirty="0"/>
                        <a:t>회원가입의 </a:t>
                      </a:r>
                      <a:r>
                        <a:rPr lang="en-US" altLang="ko-KR" sz="2000" dirty="0"/>
                        <a:t>PHP </a:t>
                      </a:r>
                      <a:r>
                        <a:rPr lang="ko-KR" altLang="en-US" sz="2000" dirty="0"/>
                        <a:t>코드와 간단한 설계 집중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2000" dirty="0"/>
                        <a:t>PHP:</a:t>
                      </a:r>
                      <a:r>
                        <a:rPr lang="ko-KR" altLang="en-US" sz="2000" dirty="0"/>
                        <a:t> 세션은 댓글 대댓글 베이지까지 사용함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7443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000" dirty="0"/>
                        <a:t>웹의 데이터베이스만 처리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000" dirty="0"/>
                        <a:t>데이터베이스는 웹과 앱의 연동을 노력함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247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000" dirty="0"/>
                        <a:t>게시판의 코드를 제작함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000" dirty="0"/>
                        <a:t>게시판에 있는 정보를 검색 베이지로 찾기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217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000" dirty="0"/>
                        <a:t>작품 로고를 만듦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000" dirty="0"/>
                        <a:t>글에 사진</a:t>
                      </a:r>
                      <a:r>
                        <a:rPr lang="en-US" altLang="ko-KR" sz="2000" dirty="0"/>
                        <a:t>/</a:t>
                      </a:r>
                      <a:r>
                        <a:rPr lang="ko-KR" altLang="en-US" sz="2000" dirty="0"/>
                        <a:t>파일 올리게 하고 있음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144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000" dirty="0"/>
                        <a:t>웹 쪽에 포커싱하기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000" dirty="0"/>
                        <a:t>앱의 설계를 완성하고 있음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94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000" dirty="0"/>
                        <a:t>계정 수정</a:t>
                      </a:r>
                      <a:r>
                        <a:rPr lang="en-US" altLang="ko-KR" sz="2000" dirty="0"/>
                        <a:t>/</a:t>
                      </a:r>
                      <a:r>
                        <a:rPr lang="ko-KR" altLang="en-US" sz="2000" dirty="0"/>
                        <a:t>삭제 기능을 제작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000" dirty="0"/>
                        <a:t>글</a:t>
                      </a:r>
                      <a:r>
                        <a:rPr lang="en-US" altLang="ko-KR" sz="2000" dirty="0"/>
                        <a:t>/</a:t>
                      </a:r>
                      <a:r>
                        <a:rPr lang="ko-KR" altLang="en-US" sz="2000" dirty="0"/>
                        <a:t>댓글</a:t>
                      </a:r>
                      <a:r>
                        <a:rPr lang="en-US" altLang="ko-KR" sz="2000" dirty="0"/>
                        <a:t>,</a:t>
                      </a:r>
                      <a:r>
                        <a:rPr lang="ko-KR" altLang="en-US" sz="2000" dirty="0"/>
                        <a:t>대댓글 삭제를 할 수 있게 노력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012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158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9098F-BD9E-4D57-B8F7-ABD5A148C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추후 개발할 사항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EAFD6-18D5-47F2-83E7-5FC77DEB1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글</a:t>
            </a:r>
            <a:r>
              <a:rPr lang="en-US" altLang="ko-KR" dirty="0"/>
              <a:t>/</a:t>
            </a:r>
            <a:r>
              <a:rPr lang="ko-KR" altLang="en-US" dirty="0"/>
              <a:t>댓글</a:t>
            </a:r>
            <a:r>
              <a:rPr lang="en-US" altLang="ko-KR" dirty="0"/>
              <a:t>/</a:t>
            </a:r>
            <a:r>
              <a:rPr lang="ko-KR" altLang="en-US" dirty="0"/>
              <a:t>대댓글 삭제 기능을 추가할것임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분실물</a:t>
            </a:r>
            <a:r>
              <a:rPr lang="en-US" altLang="ko-KR" dirty="0"/>
              <a:t>/</a:t>
            </a:r>
            <a:r>
              <a:rPr lang="ko-KR" altLang="en-US" dirty="0"/>
              <a:t>습득물의 위치 기능을 제작할것임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사진이나 파일을 게시판에서 올릴 수 있게 하는 기능을 제작할것임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앱과 웹의 데이터베이스 연동</a:t>
            </a:r>
            <a:r>
              <a:rPr lang="en-US" altLang="ko-KR" dirty="0"/>
              <a:t>/</a:t>
            </a:r>
            <a:r>
              <a:rPr lang="ko-KR" altLang="en-US" dirty="0"/>
              <a:t>연결 </a:t>
            </a:r>
            <a:endParaRPr lang="en-US" altLang="ko-KR" dirty="0"/>
          </a:p>
          <a:p>
            <a:r>
              <a:rPr lang="ko-KR" altLang="en-US" dirty="0"/>
              <a:t>웹에서 자바스크립트 코드로 설계</a:t>
            </a:r>
            <a:r>
              <a:rPr lang="en-US" altLang="ko-KR" dirty="0"/>
              <a:t>/</a:t>
            </a:r>
            <a:r>
              <a:rPr lang="ko-KR" altLang="en-US" dirty="0"/>
              <a:t>에니메이션 제작</a:t>
            </a:r>
            <a:endParaRPr lang="en-US" altLang="ko-KR" dirty="0"/>
          </a:p>
          <a:p>
            <a:r>
              <a:rPr lang="ko-KR" altLang="en-US" dirty="0"/>
              <a:t>웹과 앱의 디자인 맞추기</a:t>
            </a:r>
            <a:endParaRPr lang="en-US" altLang="ko-KR" dirty="0"/>
          </a:p>
          <a:p>
            <a:pPr marL="3690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412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6FF8E-7236-49B6-9F62-BBD6978B4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432222"/>
            <a:ext cx="10353762" cy="1257300"/>
          </a:xfrm>
        </p:spPr>
        <p:txBody>
          <a:bodyPr>
            <a:normAutofit/>
          </a:bodyPr>
          <a:lstStyle/>
          <a:p>
            <a:r>
              <a:rPr lang="ko-KR" altLang="en-US" sz="5400" b="1" dirty="0"/>
              <a:t>시연</a:t>
            </a:r>
            <a:endParaRPr lang="en-US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4AAD9-757C-449D-8F6D-F8696D44B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817341"/>
            <a:ext cx="10353762" cy="2973858"/>
          </a:xfrm>
        </p:spPr>
        <p:txBody>
          <a:bodyPr>
            <a:normAutofit/>
          </a:bodyPr>
          <a:lstStyle/>
          <a:p>
            <a:pPr marL="36900" indent="0">
              <a:buNone/>
            </a:pPr>
            <a:endParaRPr lang="en-US" altLang="ko-KR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55B6A45-000F-40F4-BA07-4816870E32FB}"/>
              </a:ext>
            </a:extLst>
          </p:cNvPr>
          <p:cNvSpPr txBox="1">
            <a:spLocks/>
          </p:cNvSpPr>
          <p:nvPr/>
        </p:nvSpPr>
        <p:spPr>
          <a:xfrm>
            <a:off x="642549" y="1478693"/>
            <a:ext cx="8007180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7385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FF15A-65D1-4FFB-BF8E-282B9D53C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/>
          <a:lstStyle/>
          <a:p>
            <a:r>
              <a:rPr lang="ko-KR" altLang="en-US" b="1" dirty="0"/>
              <a:t>감사합니다</a:t>
            </a:r>
            <a:r>
              <a:rPr lang="en-US" altLang="ko-KR" b="1" dirty="0"/>
              <a:t>!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683029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{04E0C703-566C-403B-AE17-CF71482BE62D}tf12214701</Template>
  <TotalTime>0</TotalTime>
  <Words>219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Goudy Old Style</vt:lpstr>
      <vt:lpstr>Wingdings 2</vt:lpstr>
      <vt:lpstr>SlateVTI</vt:lpstr>
      <vt:lpstr>  LFC (Lost and Found Centre) </vt:lpstr>
      <vt:lpstr>발표 내용</vt:lpstr>
      <vt:lpstr>작품 요약</vt:lpstr>
      <vt:lpstr>지난 학기말과 현재 상황 비교표(기능별로)</vt:lpstr>
      <vt:lpstr>추후 개발할 사항</vt:lpstr>
      <vt:lpstr>시연</vt:lpstr>
      <vt:lpstr>감사합니다!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2020-05-31T15:02:57Z</dcterms:created>
  <dcterms:modified xsi:type="dcterms:W3CDTF">2020-09-07T00:59:26Z</dcterms:modified>
</cp:coreProperties>
</file>